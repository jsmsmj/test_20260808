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8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079391-39D5-DA0A-A631-710217B77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4ACA9B3-AE13-5B02-2FD7-44ABDF42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39BB44-DB01-2A78-CBB2-3586904D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4D32F3-816E-CD21-DD3B-765E6DE0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B237C0-B366-E19F-0136-DB464D12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1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36BCCD-8121-EECC-2A0E-35E6392F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A6821E-1A84-0011-9AC8-F5264AB2F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D7BBB-361A-AA46-0E78-38635477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EE6FF2-17EA-D6A2-754B-93A45438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BA60B9-8B6A-52C7-9C27-45DE61C7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51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E3DA9-7127-81A9-7CBC-DE1D369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73EA4C-10A9-4217-E621-77E7D89D4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6D7018-1CD2-4DD1-3F22-10060F05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47368F-51AC-1B86-9949-1E5C022D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4CF0CA-5849-FBEB-9826-6E2FF53D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071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95596D-50EB-D98F-70DB-AB9A313D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636909-D195-17CC-D3AE-A59D7F1F7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D286C3-7D72-5FF3-812C-294E009E6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5B6B5E-94A2-017C-4B2D-64CAEA8FA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AE78B3-7EF7-42BB-CB6E-AE91073F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8C1C80-5FB9-E7AA-D345-504A8004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4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1547AF-E682-F39D-704F-14A2333C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FD2E83-839F-4F5B-429B-F34E5A6CA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43F7EF-6BCE-A7C9-C4A5-48689D80F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9090BF-FACA-DD11-CD19-1C4938C7F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CA528BA-FAEB-11D4-90AA-FBF3F5FBA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5AB26F-911F-DF6B-D7BF-15756E608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E098C8-6707-34BE-DB7A-DB7C3E1C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E9231B-A4A1-A673-5374-CBA1B885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1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F95563-BEAA-A29B-2555-F737E49C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A630D3-6B4B-D2C9-C28F-FC764A95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963D05-B03D-4E98-A3B6-BDAB41AF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06859C-A1A1-3505-D580-595B6C63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65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47DDB6-D873-881E-C762-8301476C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69268E-36F2-E954-30BF-D30E9541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9B2994-0A95-AF62-E702-B260863E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97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D5E1C-302A-3C8D-1A53-A7C1053F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7D3F0D-72B3-25A7-5F4B-E876C793D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3092E7-E8DF-4416-4C84-57A3CB9B6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93249C-7E67-A66B-C200-D782D658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4A5A4C-5C4C-10B2-ABA9-BDE1D546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6CD4E-0982-6085-A740-74940CDB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2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85D07-6F8A-A6DA-9001-3EE587F65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054C2E-A404-5648-03BA-551DA9B0D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C1F35B-F9F2-E004-C194-A40DD5265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CCA725-4006-0725-44B0-EAB5B2B9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259437-BDF2-91C0-2CD4-49400F53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0F7A96-F051-0398-A30B-19B09630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23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C3AD4D-5689-8968-E2FE-B5A43D397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9EB073-DFD6-C7B2-0052-3C58FE323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7342FD-6AFB-E31A-863B-8AC6387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B37352-1230-E564-A5FB-9B289C9A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D0AEA-4CE9-3DC4-C6F8-0B612F40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69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C4179F-49D6-487A-F185-BAEBDE25A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12BAA8-543D-008C-D722-13F82CB77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5FD9A5-5AEB-FC7F-22C0-694B3D6E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5F228F-A703-A2BC-C9C0-3565A466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42EF0-77C1-7E73-F927-D87BDA76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725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382EC7C-DA09-9BD7-B803-6B99BE41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AB34C6-EA04-BDFA-A008-0D5EF4D70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8D0C3-39F9-E6B5-80C5-242B12332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090B2-90A6-4975-9F15-6C00FB702B7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6DADA2-0DCC-146B-697E-A903D11A1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853B46-12D2-6925-7529-A023963F7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C7848-5081-4BFE-95F0-021A86F758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9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C9DD772F-0EB2-BCD0-08A2-748FFB21781C}"/>
              </a:ext>
            </a:extLst>
          </p:cNvPr>
          <p:cNvSpPr/>
          <p:nvPr/>
        </p:nvSpPr>
        <p:spPr>
          <a:xfrm>
            <a:off x="2418196" y="1677969"/>
            <a:ext cx="1727530" cy="1185306"/>
          </a:xfrm>
          <a:prstGeom prst="wedgeRoundRectCallout">
            <a:avLst>
              <a:gd name="adj1" fmla="val 65488"/>
              <a:gd name="adj2" fmla="val 24853"/>
              <a:gd name="adj3" fmla="val 16667"/>
            </a:avLst>
          </a:prstGeom>
          <a:solidFill>
            <a:schemeClr val="bg1"/>
          </a:solidFill>
          <a:ln w="571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B7FFEF-CCE4-3873-7ADC-0EF3B43C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95" y="1877785"/>
            <a:ext cx="1254333" cy="878033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C57906E-2CF4-F9B4-7B8B-B00408CBE321}"/>
              </a:ext>
            </a:extLst>
          </p:cNvPr>
          <p:cNvGrpSpPr/>
          <p:nvPr/>
        </p:nvGrpSpPr>
        <p:grpSpPr>
          <a:xfrm>
            <a:off x="2575215" y="3271241"/>
            <a:ext cx="1054446" cy="723485"/>
            <a:chOff x="2418196" y="1677969"/>
            <a:chExt cx="1727530" cy="1185306"/>
          </a:xfrm>
        </p:grpSpPr>
        <p:sp>
          <p:nvSpPr>
            <p:cNvPr id="8" name="吹き出し: 角を丸めた四角形 7">
              <a:extLst>
                <a:ext uri="{FF2B5EF4-FFF2-40B4-BE49-F238E27FC236}">
                  <a16:creationId xmlns:a16="http://schemas.microsoft.com/office/drawing/2014/main" id="{C5C4B0FF-E561-CC9D-C07B-6BBBDC29704A}"/>
                </a:ext>
              </a:extLst>
            </p:cNvPr>
            <p:cNvSpPr/>
            <p:nvPr/>
          </p:nvSpPr>
          <p:spPr>
            <a:xfrm>
              <a:off x="2418196" y="1677969"/>
              <a:ext cx="1727530" cy="1185306"/>
            </a:xfrm>
            <a:prstGeom prst="wedgeRoundRectCallout">
              <a:avLst>
                <a:gd name="adj1" fmla="val 25389"/>
                <a:gd name="adj2" fmla="val 68490"/>
                <a:gd name="adj3" fmla="val 16667"/>
              </a:avLst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157AFE64-A891-D00D-9775-40E8D76C3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4795" y="1877785"/>
              <a:ext cx="1254333" cy="8780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48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suzuki</dc:creator>
  <cp:lastModifiedBy>jun suzuki</cp:lastModifiedBy>
  <cp:revision>5</cp:revision>
  <dcterms:created xsi:type="dcterms:W3CDTF">2026-08-07T01:38:39Z</dcterms:created>
  <dcterms:modified xsi:type="dcterms:W3CDTF">2026-08-09T05:33:01Z</dcterms:modified>
</cp:coreProperties>
</file>